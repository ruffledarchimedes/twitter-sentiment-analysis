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A8D74-677C-B3A6-E9AF-504EA118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</a:t>
            </a:r>
            <a:r>
              <a:rPr lang="en-US" dirty="0" err="1"/>
              <a:t>gmail</a:t>
            </a:r>
            <a:r>
              <a:rPr lang="en-US" dirty="0"/>
              <a:t> with azure logic apps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3BAF9-15C6-C9AA-7333-8547CFF54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2082543"/>
          </a:xfrm>
        </p:spPr>
        <p:txBody>
          <a:bodyPr/>
          <a:lstStyle/>
          <a:p>
            <a:r>
              <a:rPr lang="en-US" dirty="0"/>
              <a:t>How to connect </a:t>
            </a:r>
            <a:r>
              <a:rPr lang="en-US" dirty="0" err="1"/>
              <a:t>gmail</a:t>
            </a:r>
            <a:r>
              <a:rPr lang="en-US" dirty="0"/>
              <a:t> to logic apps</a:t>
            </a:r>
          </a:p>
          <a:p>
            <a:r>
              <a:rPr lang="en-US" dirty="0"/>
              <a:t>Extracting email data</a:t>
            </a:r>
          </a:p>
          <a:p>
            <a:r>
              <a:rPr lang="en-US" dirty="0"/>
              <a:t>Automating workflows</a:t>
            </a:r>
            <a:r>
              <a:rPr lang="en-IN" dirty="0"/>
              <a:t> (saving attachments to drive)</a:t>
            </a:r>
          </a:p>
          <a:p>
            <a:r>
              <a:rPr lang="en-IN" dirty="0"/>
              <a:t>Auto generating reports from email and analysing it.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4C12A-ABDB-4F3E-AE87-156FBEB08182}"/>
              </a:ext>
            </a:extLst>
          </p:cNvPr>
          <p:cNvSpPr txBox="1"/>
          <p:nvPr/>
        </p:nvSpPr>
        <p:spPr>
          <a:xfrm>
            <a:off x="1451579" y="4406747"/>
            <a:ext cx="3814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Sakshi Khatri</a:t>
            </a:r>
          </a:p>
          <a:p>
            <a:r>
              <a:rPr lang="en-US" dirty="0"/>
              <a:t>Reg no: 12218691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048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7CBF-2E15-48C0-8246-D8E0E54F1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97456"/>
            <a:ext cx="9603275" cy="5168890"/>
          </a:xfrm>
        </p:spPr>
        <p:txBody>
          <a:bodyPr/>
          <a:lstStyle/>
          <a:p>
            <a:r>
              <a:rPr lang="en-US" dirty="0"/>
              <a:t>Step 1: Setting up </a:t>
            </a:r>
            <a:r>
              <a:rPr lang="en-US" dirty="0" err="1"/>
              <a:t>gmail</a:t>
            </a:r>
            <a:r>
              <a:rPr lang="en-US" dirty="0"/>
              <a:t> API access</a:t>
            </a:r>
          </a:p>
          <a:p>
            <a:pPr marL="0" indent="0">
              <a:buNone/>
            </a:pPr>
            <a:r>
              <a:rPr lang="en-IN" dirty="0"/>
              <a:t>Go to google cloud console.</a:t>
            </a:r>
          </a:p>
          <a:p>
            <a:pPr marL="0" indent="0">
              <a:buNone/>
            </a:pPr>
            <a:r>
              <a:rPr lang="en-IN" dirty="0"/>
              <a:t>Enable Gmail API and create </a:t>
            </a:r>
            <a:r>
              <a:rPr lang="en-IN" dirty="0" err="1"/>
              <a:t>Oauth</a:t>
            </a:r>
            <a:r>
              <a:rPr lang="en-IN" dirty="0"/>
              <a:t> credentials.</a:t>
            </a:r>
          </a:p>
          <a:p>
            <a:pPr marL="0" indent="0">
              <a:buNone/>
            </a:pPr>
            <a:r>
              <a:rPr lang="en-IN" dirty="0"/>
              <a:t>Add authorized Redirect API</a:t>
            </a:r>
          </a:p>
          <a:p>
            <a:r>
              <a:rPr lang="en-IN" dirty="0"/>
              <a:t>Create a Logic App</a:t>
            </a:r>
          </a:p>
          <a:p>
            <a:pPr marL="0" indent="0">
              <a:buNone/>
            </a:pPr>
            <a:r>
              <a:rPr lang="en-IN" dirty="0"/>
              <a:t>Design logic app on azure portal when a new </a:t>
            </a:r>
            <a:r>
              <a:rPr lang="en-IN" dirty="0" err="1"/>
              <a:t>gmail</a:t>
            </a:r>
            <a:r>
              <a:rPr lang="en-IN" dirty="0"/>
              <a:t> arrives.</a:t>
            </a:r>
          </a:p>
          <a:p>
            <a:pPr marL="0" indent="0">
              <a:buNone/>
            </a:pPr>
            <a:r>
              <a:rPr lang="en-IN" dirty="0"/>
              <a:t>Set up a trigger.</a:t>
            </a:r>
          </a:p>
          <a:p>
            <a:r>
              <a:rPr lang="en-IN" dirty="0"/>
              <a:t>Extracting data from email</a:t>
            </a:r>
          </a:p>
          <a:p>
            <a:pPr marL="0" indent="0">
              <a:buNone/>
            </a:pPr>
            <a:r>
              <a:rPr lang="en-US" dirty="0"/>
              <a:t>From: Sender’s email (</a:t>
            </a:r>
            <a:r>
              <a:rPr lang="en-US" dirty="0" err="1"/>
              <a:t>triggerBody</a:t>
            </a:r>
            <a:r>
              <a:rPr lang="en-US" dirty="0"/>
              <a:t>()['From’])</a:t>
            </a:r>
          </a:p>
          <a:p>
            <a:pPr marL="0" indent="0">
              <a:buNone/>
            </a:pPr>
            <a:r>
              <a:rPr lang="en-US" dirty="0"/>
              <a:t>Subject: Email subject (</a:t>
            </a:r>
            <a:r>
              <a:rPr lang="en-US" dirty="0" err="1"/>
              <a:t>triggerBody</a:t>
            </a:r>
            <a:r>
              <a:rPr lang="en-US" dirty="0"/>
              <a:t>()['Subject'])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467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2847D-F75B-EEDB-83BC-0609EE0F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7714"/>
            <a:ext cx="9603275" cy="5248631"/>
          </a:xfrm>
        </p:spPr>
        <p:txBody>
          <a:bodyPr/>
          <a:lstStyle/>
          <a:p>
            <a:r>
              <a:rPr lang="en-US" dirty="0"/>
              <a:t>Processing the data</a:t>
            </a:r>
          </a:p>
          <a:p>
            <a:pPr marL="0" indent="0">
              <a:buNone/>
            </a:pPr>
            <a:r>
              <a:rPr lang="en-US" dirty="0"/>
              <a:t>Adding trigger.</a:t>
            </a:r>
          </a:p>
          <a:p>
            <a:pPr marL="0" indent="0">
              <a:buNone/>
            </a:pPr>
            <a:r>
              <a:rPr lang="en-US" dirty="0"/>
              <a:t>Creating a file with attachment and saving it to google drive.</a:t>
            </a:r>
          </a:p>
          <a:p>
            <a:pPr marL="0" indent="0">
              <a:buNone/>
            </a:pPr>
            <a:r>
              <a:rPr lang="en-US" dirty="0"/>
              <a:t>Example: You can also send a notification.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Important emails can be auto- archived</a:t>
            </a:r>
          </a:p>
          <a:p>
            <a:r>
              <a:rPr lang="en-US" dirty="0"/>
              <a:t>Generate weekly reports from email-data;</a:t>
            </a:r>
          </a:p>
          <a:p>
            <a:r>
              <a:rPr lang="en-US" dirty="0"/>
              <a:t>Alert teams when high priority mail arrives.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43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5D4129-4278-A7DC-575D-03DE1F876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2135" y="108857"/>
            <a:ext cx="5789865" cy="465908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B561CD-D315-393D-9B4A-D377DA02E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58" y="108856"/>
            <a:ext cx="5802085" cy="455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933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19</TotalTime>
  <Words>160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Gill Sans MT</vt:lpstr>
      <vt:lpstr>Gallery</vt:lpstr>
      <vt:lpstr>Automating gmail with azure logic apps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khatri</dc:creator>
  <cp:lastModifiedBy>sakshi khatri</cp:lastModifiedBy>
  <cp:revision>2</cp:revision>
  <dcterms:created xsi:type="dcterms:W3CDTF">2025-04-23T02:14:55Z</dcterms:created>
  <dcterms:modified xsi:type="dcterms:W3CDTF">2025-04-23T02:40:25Z</dcterms:modified>
</cp:coreProperties>
</file>